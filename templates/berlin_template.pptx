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0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11/1/25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Trebuchet MS</vt:lpstr>
      <vt:lpstr>Berlin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Qiu, Yufei</dc:creator>
  <cp:lastModifiedBy>Qiu, Yufei</cp:lastModifiedBy>
  <cp:revision>2</cp:revision>
  <dcterms:created xsi:type="dcterms:W3CDTF">2025-11-01T09:09:43Z</dcterms:created>
  <dcterms:modified xsi:type="dcterms:W3CDTF">2025-11-01T09:12:30Z</dcterms:modified>
</cp:coreProperties>
</file>